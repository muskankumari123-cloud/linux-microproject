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 Storage Monitoring System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6DD"/>
                </a:solidFill>
              </a:rPr>
              <a:t>Scripts to monitor disk utilization, inode usage and storage growth, with administrator alerts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6DD"/>
                </a:solidFill>
              </a:rPr>
              <a:t>Microproject  |  Unit III, IV  |  CO3, CO4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 and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580"/>
                </a:solidFill>
              </a:rPr>
              <a:t>Project number 7 in the microproject list</a:t>
            </a:r>
            <a:endParaRPr lang="en-US" sz="1400" dirty="0"/>
          </a:p>
        </p:txBody>
      </p:sp>
      <p:pic>
        <p:nvPicPr>
          <p:cNvPr id="4" name="Image 0" descr="Project description from the syllabus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669280" cy="11914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669280" cy="1191419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727611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Project description from the syllabus table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Monitor disk utilization on every volume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Track inode usage to catch exhausted file tables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Record storage growth between runs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Alert the administrator when a threshold is crossed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Generate reports automatically with cron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580"/>
                </a:solidFill>
              </a:rPr>
              <a:t>Cron runs the monitors; every alert goes to four places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11680" cy="1188720"/>
          </a:xfrm>
          <a:prstGeom prst="rect">
            <a:avLst/>
          </a:prstGeom>
          <a:solidFill>
            <a:srgbClr val="12303A"/>
          </a:solidFill>
          <a:ln w="12700">
            <a:solidFill>
              <a:srgbClr val="12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Cron schedule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08960" y="2103120"/>
            <a:ext cx="2011680" cy="1188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08960" y="21031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Monitor scripts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disk, inode, growth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0" y="2103120"/>
            <a:ext cx="2011680" cy="1188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21031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Compare with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thresholds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0" y="2103120"/>
            <a:ext cx="2011680" cy="1188720"/>
          </a:xfrm>
          <a:prstGeom prst="rect">
            <a:avLst/>
          </a:prstGeom>
          <a:solidFill>
            <a:srgbClr val="C4372D"/>
          </a:solidFill>
          <a:ln w="12700">
            <a:solidFill>
              <a:srgbClr val="C437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21031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Alert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mechanism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377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7580"/>
                </a:solidFill>
              </a:rPr>
              <a:t>&gt;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377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7580"/>
                </a:solidFill>
              </a:rPr>
              <a:t>&gt;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377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7580"/>
                </a:solidFill>
              </a:rPr>
              <a:t>&gt;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03A"/>
                </a:solidFill>
              </a:rPr>
              <a:t>Alerts go to: log file (alerts.log), system log (logger), desktop popup (osascript), and the terminal.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03A"/>
                </a:solidFill>
              </a:rPr>
              <a:t>report.sh then collects usage, alerts and growth history into a dated report file.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and project structure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df: disk and inode usage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du and find: largest folders and files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awk and sed: parse output and edit settings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cron: scheduled runs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logger and osascript: system log and popup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303A"/>
                </a:solidFill>
              </a:rPr>
              <a:t>bash scripts, plus a Python dashboard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371600"/>
            <a:ext cx="5212080" cy="4754880"/>
          </a:xfrm>
          <a:prstGeom prst="rect">
            <a:avLst/>
          </a:prstGeom>
          <a:solidFill>
            <a:srgbClr val="12303A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storage-monitor/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config.sh   thresholds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alert.sh    alert function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disk_monitor.sh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inode_monitor.sh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growth_monitor.sh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alerts.log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usage_history.csv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storage_dashboard.py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script: disk_monitor.sh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580"/>
                </a:solidFill>
              </a:rPr>
              <a:t>Checks every volume against DISK_THRESHOLD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solidFill>
            <a:srgbClr val="12303A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DIR="$(dirname "$0")"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"$DIR/config.sh"; source "$DIR/alert.sh"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-P | awk 'NR&gt;1 &amp;&amp; $1 ~ /^\/dev\// {print $5, $6}' |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read use mount;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pct=${use%\%}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[ "$pct" -ge "$DISK_THRESHOLD" ];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send_alert "Disk usage on $mount is ${pct}% (threshold ${DISK_THRESHOLD}%)"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"Disk check completed."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alert.sh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send_alert()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 msg="$1"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"$(date '+%F %T') [ALERT] $msg" &gt;&gt; "$ALERT_LOG"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 -t storage-monitor "$msg"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osascript -e "display notification \"$msg\" with title \"Storage Alert\" sound name \"Glass\""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"ALERT: $msg"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 scripts created and first run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580"/>
                </a:solidFill>
              </a:rPr>
              <a:t>All six scripts are executable; first run saves a baseline</a:t>
            </a:r>
            <a:endParaRPr lang="en-US" sz="1400" dirty="0"/>
          </a:p>
        </p:txBody>
      </p:sp>
      <p:pic>
        <p:nvPicPr>
          <p:cNvPr id="4" name="Image 0" descr="ls -l shows six scripts with rwxr-xr-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394960" cy="358884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394960" cy="3588842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12503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ls -l shows six scripts with rwxr-xr-x</a:t>
            </a:r>
            <a:endParaRPr lang="en-US" sz="1200" dirty="0"/>
          </a:p>
        </p:txBody>
      </p:sp>
      <p:pic>
        <p:nvPicPr>
          <p:cNvPr id="7" name="Image 1" descr="Monitors run and report comple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94960" cy="35795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09360" y="1463040"/>
            <a:ext cx="5394960" cy="3579572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09360" y="511576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Monitors run and report completion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 disk alerts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580"/>
                </a:solidFill>
              </a:rPr>
              <a:t>Threshold lowered to 1% to trigger the demo, then restored to 80%</a:t>
            </a:r>
            <a:endParaRPr lang="en-US" sz="1400" dirty="0"/>
          </a:p>
        </p:txBody>
      </p:sp>
      <p:pic>
        <p:nvPicPr>
          <p:cNvPr id="4" name="Image 0" descr="Disk alerts logged and config.sh resto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394960" cy="3593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394960" cy="3593504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1296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Disk alerts logged and config.sh restored</a:t>
            </a:r>
            <a:endParaRPr lang="en-US" sz="1200" dirty="0"/>
          </a:p>
        </p:txBody>
      </p:sp>
      <p:pic>
        <p:nvPicPr>
          <p:cNvPr id="7" name="Image 1" descr="Inode alerts in the termi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94960" cy="35184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09360" y="1463040"/>
            <a:ext cx="5394960" cy="3518452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09360" y="505464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Inode alerts in the terminal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 inode and growth alerts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580"/>
                </a:solidFill>
              </a:rPr>
              <a:t>A 600 MB test file triggers the growth alert</a:t>
            </a:r>
            <a:endParaRPr lang="en-US" sz="1400" dirty="0"/>
          </a:p>
        </p:txBody>
      </p:sp>
      <p:pic>
        <p:nvPicPr>
          <p:cNvPr id="4" name="Image 0" descr="Growth since last check: 17 MB, then 602 MB, alert f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394960" cy="34440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394960" cy="3444083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980275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Growth since last check: 17 MB, then 602 MB, alert fires</a:t>
            </a:r>
            <a:endParaRPr lang="en-US" sz="1200" dirty="0"/>
          </a:p>
        </p:txBody>
      </p:sp>
      <p:pic>
        <p:nvPicPr>
          <p:cNvPr id="7" name="Image 1" descr="Growth history and restored threshol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94960" cy="351278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09360" y="1463040"/>
            <a:ext cx="5394960" cy="3512781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09360" y="5048973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Growth history and restored thresholds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 automation with cron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580"/>
                </a:solidFill>
              </a:rPr>
              <a:t>Disk and inode every 30 minutes, growth hourly, report daily at 8:00</a:t>
            </a:r>
            <a:endParaRPr lang="en-US" sz="1400" dirty="0"/>
          </a:p>
        </p:txBody>
      </p:sp>
      <p:pic>
        <p:nvPicPr>
          <p:cNvPr id="4" name="Image 0" descr="crontab -l lists all four job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86400" cy="19068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486400" cy="1906859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43051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crontab -l lists all four jobs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303A"/>
                </a:solidFill>
              </a:rPr>
              <a:t>Disk check: every 30 minutes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303A"/>
                </a:solidFill>
              </a:rPr>
              <a:t>Inode check: every 30 minutes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303A"/>
                </a:solidFill>
              </a:rPr>
              <a:t>Growth check: every hour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303A"/>
                </a:solidFill>
              </a:rPr>
              <a:t>Report: daily at 8:00</a:t>
            </a:r>
            <a:endParaRPr lang="en-US" sz="1700" dirty="0"/>
          </a:p>
        </p:txBody>
      </p:sp>
      <p:pic>
        <p:nvPicPr>
          <p:cNvPr id="8" name="Image 1" descr="ls -R shows scripts, logs and repo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94960" cy="377940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1463040"/>
            <a:ext cx="5394960" cy="3779409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0" y="5315601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ls -R shows scripts, logs and reports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 generated report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580"/>
                </a:solidFill>
              </a:rPr>
              <a:t>Disk utilization, inode usage, largest folders, alerts and growth history</a:t>
            </a:r>
            <a:endParaRPr lang="en-US" sz="1400" dirty="0"/>
          </a:p>
        </p:txBody>
      </p:sp>
      <p:pic>
        <p:nvPicPr>
          <p:cNvPr id="4" name="Image 0" descr="Disk utilization section of the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669280" cy="37212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669280" cy="3721224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2574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Disk utilization section of the report</a:t>
            </a:r>
            <a:endParaRPr lang="en-US" sz="1200" dirty="0"/>
          </a:p>
        </p:txBody>
      </p:sp>
      <p:pic>
        <p:nvPicPr>
          <p:cNvPr id="7" name="Image 1" descr="Growth check and alert ru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212080" cy="3416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92240" y="1463040"/>
            <a:ext cx="5212080" cy="3416208"/>
          </a:xfrm>
          <a:prstGeom prst="rect">
            <a:avLst/>
          </a:prstGeom>
          <a:ln w="12700">
            <a:solidFill>
              <a:srgbClr val="CDD9D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92240" y="4952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580"/>
                </a:solidFill>
              </a:rPr>
              <a:t>Growth check and alert run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GUI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7580"/>
                </a:solidFill>
              </a:rPr>
              <a:t>A browser front end that calls the same scripts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2303A"/>
                </a:solidFill>
              </a:rPr>
              <a:t>Python http.server backend reads the real logs, reports and config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2303A"/>
                </a:solidFill>
              </a:rPr>
              <a:t>Volume bars with a threshold mark; red when over the limit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2303A"/>
                </a:solidFill>
              </a:rPr>
              <a:t>Buttons run disk, inode, growth and report scripts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2303A"/>
                </a:solidFill>
              </a:rPr>
              <a:t>Edit thresholds and save them back to config.sh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2303A"/>
                </a:solidFill>
              </a:rPr>
              <a:t>Growth chart and alert log refresh every 10 seconds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2303A"/>
                </a:solidFill>
              </a:rPr>
              <a:t>Run: python3 storage_dashboard.py, then open localhost:8765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2303A"/>
                </a:solidFill>
              </a:rPr>
              <a:t>Automated monitoring catches full disks, inode exhaustion and sudden growth before an outage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2303A"/>
                </a:solidFill>
              </a:rPr>
              <a:t>Alerts reach the administrator through log, system log, popup and terminal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2303A"/>
                </a:solidFill>
              </a:rPr>
              <a:t>Cron and dated reports make the system hands-free and auditable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2303A"/>
                </a:solidFill>
              </a:rPr>
              <a:t>macOS note: APFS allocates inodes dynamically, so usage stays near 0%; on Linux ext4 inodes can run out even when space is free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2303A"/>
                </a:solidFill>
              </a:rPr>
              <a:t>Tested on macOS; the same scripts work on Ubuntu with small command changes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75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Storage Monitoring System</dc:title>
  <dc:subject>PptxGenJS Presentation</dc:subject>
  <dc:creator>PptxGenJS</dc:creator>
  <cp:lastModifiedBy>PptxGenJS</cp:lastModifiedBy>
  <cp:revision>1</cp:revision>
  <dcterms:created xsi:type="dcterms:W3CDTF">2026-10-28T04:25:54Z</dcterms:created>
  <dcterms:modified xsi:type="dcterms:W3CDTF">2026-10-28T04:25:54Z</dcterms:modified>
</cp:coreProperties>
</file>